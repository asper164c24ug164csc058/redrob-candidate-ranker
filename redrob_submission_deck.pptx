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657600" cy="36576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INDIA.RUNS  ·  THE DATA &amp; AI 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Candidate Discovery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Ranking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candidates the way a great recruiter would — not by matching keywords, but by understanding who actually fits the role.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0" y="44714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 — your team name]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0" y="49286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Rakshitha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0" y="53858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system that ranks 100,000 candidates against a job description by genuine fit — not keyword overlap — within a 5-min / 16GB / CPU-only budget.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built, and why it's different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explainable, rule-based ranking pipeline that reads a candidate's entire profile — not just their skills list or job title — and scores them against the JD's stated requirements, its explicit disqualifiers, and live platform behavior signals.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443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2871216"/>
            <a:ext cx="56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career-history text, not just declared skills — catches Tier-5 candidates who never wrote "RAG" but clearly built one.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3584448"/>
            <a:ext cx="56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JD's own stated disqualifiers as explicit rules, instead of a generic skill-match score.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7083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4297680"/>
            <a:ext cx="56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in behavioral availability (recency, response rate) — a perfect-on-paper but inactive candidate is down-weighted.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8406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4128" y="5010912"/>
            <a:ext cx="56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rule-based and auditable: every score traces back to a sentence in the profile, with zero hallucination risk.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7040880" y="1600200"/>
            <a:ext cx="4480560" cy="4434840"/>
          </a:xfrm>
          <a:prstGeom prst="roundRect">
            <a:avLst>
              <a:gd name="adj" fmla="val 1649"/>
            </a:avLst>
          </a:prstGeom>
          <a:solidFill>
            <a:srgbClr val="151A47"/>
          </a:solidFill>
          <a:ln/>
        </p:spPr>
      </p:sp>
      <p:sp>
        <p:nvSpPr>
          <p:cNvPr id="14" name="Text 8"/>
          <p:cNvSpPr/>
          <p:nvPr/>
        </p:nvSpPr>
        <p:spPr>
          <a:xfrm>
            <a:off x="740664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406640" y="2331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000" dirty="0"/>
          </a:p>
        </p:txBody>
      </p:sp>
      <p:sp>
        <p:nvSpPr>
          <p:cNvPr id="16" name="Text 10"/>
          <p:cNvSpPr/>
          <p:nvPr/>
        </p:nvSpPr>
        <p:spPr>
          <a:xfrm>
            <a:off x="7406640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scored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7406640" y="3246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~23 sec</a:t>
            </a:r>
            <a:endParaRPr lang="en-US" sz="3000" dirty="0"/>
          </a:p>
        </p:txBody>
      </p:sp>
      <p:sp>
        <p:nvSpPr>
          <p:cNvPr id="18" name="Text 12"/>
          <p:cNvSpPr/>
          <p:nvPr/>
        </p:nvSpPr>
        <p:spPr>
          <a:xfrm>
            <a:off x="740664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full-pool runtime, CPU only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40664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0" name="Text 14"/>
          <p:cNvSpPr/>
          <p:nvPr/>
        </p:nvSpPr>
        <p:spPr>
          <a:xfrm>
            <a:off x="7406640" y="4663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final top 100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7406640" y="5074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7406640" y="5577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components, fully explainable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UNDERSTANDING &amp;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long, opinionated JD into structured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1907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Must-have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383280" y="1719072"/>
            <a:ext cx="7909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embeddings/retrieval, vector DB or hybrid search, strong Python, ranking-evaluation experience (NDCG / MRR / MAP / A-B testing).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98064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Sweet spot, not a wall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2798064"/>
            <a:ext cx="7909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5-9 yrs experience, peak credit at 6-8 — JD explicitly says this is a range, not a hard cutoff.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03904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77056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disqualifiers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83280" y="3877056"/>
            <a:ext cx="7909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Research-only background, LangChain-only "AI experience" under 12 months, architects with no recent code, consulting-only careers, CV/speech/robotics without NLP.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82896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56048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383280" y="4956048"/>
            <a:ext cx="7909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Pune/Noida preferred; Hyderabad, Mumbai, Delhi NCR explicitly welcomed; relocation-willing candidates considered case-by-case.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007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skills list: every requirement above is searched across the full profile text — headline, summary, and every career-history description — so candidates who demonstrate fit through their actual work (not their keyword list) are still found.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candidates are retrieved, scored, and combined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(75%)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hard-skill match (4 must-have groups)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nice-to-have match (fine-tuning, LTR, HR-tech, scale, OSS)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experience-band fit (peak 6-8 yrs)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4592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87452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4231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location/relocation fit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99432" y="338328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production-shipping language signal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9432" y="43434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Disqualifier penalties (multiplicative, JD-specific)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0144" y="1645920"/>
            <a:ext cx="3502152" cy="4114800"/>
          </a:xfrm>
          <a:prstGeom prst="roundRect">
            <a:avLst>
              <a:gd name="adj" fmla="val 2089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187452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pass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84464" y="242316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Behavioral-availability multiplier (redrob_signals)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84464" y="338328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Honeypot / data-quality penalty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84464" y="43434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top 100 to a differentiated 0.40-0.99 band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models, no GPUs, no hosted LLM calls during ranking — every component is a deterministic, auditable function of the profile and JD text.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DATA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black box, no hallucinated reasoning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0992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636776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reasoning string is built directly from the same matched keyword groups and signals that produced the score — there is no separate "explain after the fact" LLM step that could invent a justification.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52928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2779776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never mentions a skill or fact that isn't present in the candidate's own profile text.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95928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3922776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or low-quality profiles (e.g. "expert" proficiency claimed with 0 months of use, or stated experience that doesn't match the sum of career-history durations) are flagged as honeypot/data-quality risks and pushed to the bottom rather than silently trusted.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7040880" y="1691640"/>
            <a:ext cx="4480560" cy="4297680"/>
          </a:xfrm>
          <a:prstGeom prst="roundRect">
            <a:avLst>
              <a:gd name="adj" fmla="val 1702"/>
            </a:avLst>
          </a:prstGeom>
          <a:solidFill>
            <a:srgbClr val="151A47"/>
          </a:solidFill>
          <a:ln/>
        </p:spPr>
      </p:sp>
      <p:sp>
        <p:nvSpPr>
          <p:cNvPr id="11" name="Text 6"/>
          <p:cNvSpPr/>
          <p:nvPr/>
        </p:nvSpPr>
        <p:spPr>
          <a:xfrm>
            <a:off x="740664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FULL 100K POOL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7406640" y="2377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4000" dirty="0"/>
          </a:p>
        </p:txBody>
      </p:sp>
      <p:sp>
        <p:nvSpPr>
          <p:cNvPr id="13" name="Text 8"/>
          <p:cNvSpPr/>
          <p:nvPr/>
        </p:nvSpPr>
        <p:spPr>
          <a:xfrm>
            <a:off x="7406640" y="3017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flagged with internally inconsistent profiles — close to the ~80 documented honeypots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406640" y="3886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7406640" y="4526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flagged candidates appear in the final top 100 — well under the 10% disqualification threshold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JD input to ranked candidate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93392" cy="2468880"/>
          </a:xfrm>
          <a:prstGeom prst="roundRect">
            <a:avLst>
              <a:gd name="adj" fmla="val 367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JD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3273552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requirements encoded as keyword groups, experience band, geography rules, and explicit disqualifiers.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51760" y="3017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98064" y="2103120"/>
            <a:ext cx="1993392" cy="2468880"/>
          </a:xfrm>
          <a:prstGeom prst="roundRect">
            <a:avLst>
              <a:gd name="adj" fmla="val 3670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2962656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96265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62656" y="28803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candidates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62656" y="3273552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candidates.jsonl read line-by-line; each profile's full text and redrob_signals scored independently.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9744" y="3017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56048" y="2103120"/>
            <a:ext cx="1993392" cy="2468880"/>
          </a:xfrm>
          <a:prstGeom prst="roundRect">
            <a:avLst>
              <a:gd name="adj" fmla="val 3670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8803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&amp; penalize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20640" y="3273552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base score, multiplicative disqualifier penalties, behavioral multiplier, honeypot check.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67728" y="3017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14032" y="2103120"/>
            <a:ext cx="1993392" cy="2468880"/>
          </a:xfrm>
          <a:prstGeom prst="roundRect">
            <a:avLst>
              <a:gd name="adj" fmla="val 3670"/>
            </a:avLst>
          </a:prstGeom>
          <a:solidFill>
            <a:srgbClr val="F4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278624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27862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78624" y="28803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top 100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278624" y="3273552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100-item min-heap tracks the running top 100 — O(1) memory per candidate, single pass.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25712" y="301752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272016" y="2103120"/>
            <a:ext cx="1993392" cy="2468880"/>
          </a:xfrm>
          <a:prstGeom prst="roundRect">
            <a:avLst>
              <a:gd name="adj" fmla="val 3670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9436608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43660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36608" y="288036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Rescale &amp; explain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436608" y="3273552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rescaled to a differentiated 0.40-0.99 band; reasoning string attached per candidate.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command, single pass, no manual edits: python rank.py --candidates ./candidates.jsonl --out ./submission.csv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Single-pass, streaming, stateless scorer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51A4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candidates.jsonl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(100,000 rows)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7373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51A47"/>
          </a:solidFill>
          <a:ln/>
        </p:spPr>
      </p:sp>
      <p:sp>
        <p:nvSpPr>
          <p:cNvPr id="7" name="Text 5"/>
          <p:cNvSpPr/>
          <p:nvPr/>
        </p:nvSpPr>
        <p:spPr>
          <a:xfrm>
            <a:off x="379476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JSON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(1 line/pass)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51A47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score_candidate()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7-component scorer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32461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51A47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3246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100-item min-heap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(running top 100)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32461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51A47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3246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+ reasoning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51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 /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submission.xlsx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2286000"/>
            <a:ext cx="5486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2286000"/>
            <a:ext cx="5486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21040" y="2834640"/>
            <a:ext cx="0" cy="41148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3794760"/>
            <a:ext cx="5486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108960" y="3794760"/>
            <a:ext cx="5486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network calls, no external services in the hot path. Memory footprint stays flat regardless of pool size — only the current line and the 100-item heap are held at once.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the constraints, with room to spare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~23 sec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score all 100,000 candidates, CPU only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3593592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93592" y="2514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5-minute compute budget used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364224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64224" y="2514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candidates in the final top 100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51976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34856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34856" y="2514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rows pass validate_submission.py cleanly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MEETS THE COMPUTE CONSTRAINT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inference at all — scoring is keyword/feature lookup plus arithmetic, so there's no GPU dependency to begin with.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4805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streaming pass with O(1) memory per row means the approach scales linearly and predictably well past 100K candidates.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and reproducible: the exact same command and code run inside Stage 3's sandboxed Docker container will produce the identical submission.csv.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minimal — and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6479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 (stdlib only)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764792"/>
            <a:ext cx="7498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csv, heapq, re, argparse, gzip, datetime — the entire ranking pipeline has zero external dependencies, eliminating environment-mismatch risk at Stage 3 reproduction.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43784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openpyxl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843784"/>
            <a:ext cx="7498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in the optional csv_to_xlsx.py step, to satisfy the submission portal's .xlsx upload requirement.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849624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22776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922776"/>
            <a:ext cx="7498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sandbox notebook — a zero-setup, free way for organizers to verify the ranker runs end-to-end on a small sample.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928616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01768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(Anthropic)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5001768"/>
            <a:ext cx="7498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architecture discussion, scoring-logic design, and code review during development. No candidate data was ever sent to a hosted LLM as part of the ranking step itself.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ASSETS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need to verify this submission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482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22128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 — https://github.com/your-username/your-repo]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complete, working code — README has the single reproduce command.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28269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(Colab)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71600" y="344728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 — your Colab share link]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rank.py end-to-end on a 50-candidate sample, CPU only, in seconds.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389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51713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output file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71600" y="468172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submission.xlsx (and submission.csv) — top 100 candidates, validated against validate_submission.py with zero errors.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ranker that reads a resume the way a recruiter would — and can show its work.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Data &amp; AI Challenge — Submission</dc:title>
  <dc:subject>PptxGenJS Presentation</dc:subject>
  <dc:creator>Rakshitha</dc:creator>
  <cp:lastModifiedBy>Rakshitha</cp:lastModifiedBy>
  <cp:revision>1</cp:revision>
  <dcterms:created xsi:type="dcterms:W3CDTF">2026-06-30T05:34:15Z</dcterms:created>
  <dcterms:modified xsi:type="dcterms:W3CDTF">2026-06-30T05:34:15Z</dcterms:modified>
</cp:coreProperties>
</file>